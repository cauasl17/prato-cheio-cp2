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d5d606328f416a" /><Relationship Type="http://schemas.openxmlformats.org/officeDocument/2006/relationships/extended-properties" Target="/docProps/app.xml" Id="R30175ab1c16e4254" /><Relationship Type="http://schemas.openxmlformats.org/officeDocument/2006/relationships/officeDocument" Target="/ppt/presentation.xml" Id="Rdc671acb62df4c3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96b91b457d4932"/>
  </p:sldMasterIdLst>
  <p:notesMasterIdLst>
    <p:notesMasterId xmlns:r="http://schemas.openxmlformats.org/officeDocument/2006/relationships" r:id="R129c5c6a4f934ccd"/>
  </p:notesMasterIdLst>
  <p:sldIdLst>
    <p:sldId xmlns:r="http://schemas.openxmlformats.org/officeDocument/2006/relationships" id="256" r:id="Rdb79de0a6bc14115"/>
    <p:sldId xmlns:r="http://schemas.openxmlformats.org/officeDocument/2006/relationships" id="257" r:id="Rb96d395597dd4c24"/>
    <p:sldId xmlns:r="http://schemas.openxmlformats.org/officeDocument/2006/relationships" id="258" r:id="Rf6c60b84b77548e9"/>
    <p:sldId xmlns:r="http://schemas.openxmlformats.org/officeDocument/2006/relationships" id="259" r:id="R1a36999fd9a949fd"/>
    <p:sldId xmlns:r="http://schemas.openxmlformats.org/officeDocument/2006/relationships" id="260" r:id="R7c010ab9b0894c0f"/>
    <p:sldId xmlns:r="http://schemas.openxmlformats.org/officeDocument/2006/relationships" id="261" r:id="Rfa7aa2b936b64850"/>
    <p:sldId xmlns:r="http://schemas.openxmlformats.org/officeDocument/2006/relationships" id="262" r:id="R00fd8819793740cf"/>
    <p:sldId xmlns:r="http://schemas.openxmlformats.org/officeDocument/2006/relationships" id="263" r:id="R59aadce4c44a44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5edffba82b4036" /><Relationship Type="http://schemas.openxmlformats.org/officeDocument/2006/relationships/slideMaster" Target="/ppt/slideMasters/slideMaster1.xml" Id="R9296b91b457d4932" /><Relationship Type="http://schemas.openxmlformats.org/officeDocument/2006/relationships/notesMaster" Target="/ppt/notesMasters/notesMaster1.xml" Id="R129c5c6a4f934ccd" /><Relationship Type="http://schemas.openxmlformats.org/officeDocument/2006/relationships/presProps" Target="/ppt/presProps.xml" Id="Rd1de31d197d44399" /><Relationship Type="http://schemas.openxmlformats.org/officeDocument/2006/relationships/tableStyles" Target="/ppt/tableStyles.xml" Id="Rb34fdc9301ba4cb2" /><Relationship Type="http://schemas.openxmlformats.org/officeDocument/2006/relationships/slide" Target="/ppt/slides/slide1.xml" Id="Rdb79de0a6bc14115" /><Relationship Type="http://schemas.openxmlformats.org/officeDocument/2006/relationships/slide" Target="/ppt/slides/slide2.xml" Id="Rb96d395597dd4c24" /><Relationship Type="http://schemas.openxmlformats.org/officeDocument/2006/relationships/slide" Target="/ppt/slides/slide3.xml" Id="Rf6c60b84b77548e9" /><Relationship Type="http://schemas.openxmlformats.org/officeDocument/2006/relationships/slide" Target="/ppt/slides/slide4.xml" Id="R1a36999fd9a949fd" /><Relationship Type="http://schemas.openxmlformats.org/officeDocument/2006/relationships/slide" Target="/ppt/slides/slide5.xml" Id="R7c010ab9b0894c0f" /><Relationship Type="http://schemas.openxmlformats.org/officeDocument/2006/relationships/slide" Target="/ppt/slides/slide6.xml" Id="Rfa7aa2b936b64850" /><Relationship Type="http://schemas.openxmlformats.org/officeDocument/2006/relationships/slide" Target="/ppt/slides/slide7.xml" Id="R00fd8819793740cf" /><Relationship Type="http://schemas.openxmlformats.org/officeDocument/2006/relationships/slide" Target="/ppt/slides/slide8.xml" Id="R59aadce4c44a44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8dc6279df9e49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6807fb539149ad" /><Relationship Type="http://schemas.openxmlformats.org/officeDocument/2006/relationships/notesMaster" Target="/ppt/notesMasters/notesMaster1.xml" Id="R113b8ba7ba2b47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5a5c79128a45e4" /><Relationship Type="http://schemas.openxmlformats.org/officeDocument/2006/relationships/notesMaster" Target="/ppt/notesMasters/notesMaster1.xml" Id="R1b2594585e48440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399dc7779b4d4a" /><Relationship Type="http://schemas.openxmlformats.org/officeDocument/2006/relationships/notesMaster" Target="/ppt/notesMasters/notesMaster1.xml" Id="Rcee89b90656845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e1fd7dd8e34ec7" /><Relationship Type="http://schemas.openxmlformats.org/officeDocument/2006/relationships/notesMaster" Target="/ppt/notesMasters/notesMaster1.xml" Id="Rb5cab04158724b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0858efe9a84793" /><Relationship Type="http://schemas.openxmlformats.org/officeDocument/2006/relationships/notesMaster" Target="/ppt/notesMasters/notesMaster1.xml" Id="R4ed9197d441841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cea334c0e941b8" /><Relationship Type="http://schemas.openxmlformats.org/officeDocument/2006/relationships/notesMaster" Target="/ppt/notesMasters/notesMaster1.xml" Id="R6f555fb9b38846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0a84d826194003" /><Relationship Type="http://schemas.openxmlformats.org/officeDocument/2006/relationships/notesMaster" Target="/ppt/notesMasters/notesMaster1.xml" Id="R38b30f605c4843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a8cf953dd0a4c3b" /><Relationship Type="http://schemas.openxmlformats.org/officeDocument/2006/relationships/notesMaster" Target="/ppt/notesMasters/notesMaster1.xml" Id="R7acc9c5946d347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Gestão de doações de alimentos. A demonstração acompanha o código e as evidências do repositório.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main.py, crud.py e os serviços. A LLM não altera o estoque. O protótipo usa chave administrativa compartilhada.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Evidências: evidencias/pytest.xml, coverage.xml, testes.txt e http-smoke.json. A cobertura medida não abrange cliques do frontend. O erro de saldo retorna 422.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Comandos em docs/cp3/DOCKER.md. A execução do GitHub Actions construiu e iniciou o contêiner, verificou 12 requisições e confirmou o lote após restart. Fonte: execução 39507012305.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Deploy dep-dbbusbjncjis73fdld60, live em 20/10/2026. Evidências em evidencias/render-deploy.json e deploy-fluxo.json. SQLite em disco efêmero pode perder dados. Ollama exige serviço próprio. Fontes: https://render.com/docs/blueprint-spec e https://render.com/docs/free.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Hipótese comercial, sem clientes ou preço validado. Instituições recebedoras teriam acesso gratuito. Custos: hospedagem 150, persistência/backup 50, LLM 80, manutenção 320, administração 70. Ponto de equilíbrio simplificado: 7 assinaturas.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Demonstrar 422 e o resultado esperado. No ambiente publicado, o script smoke verificou 12 requisições HTTPS. Usar a chave privada do Render no Swagger. Evidência em evidencias/deploy-fluxo.json.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GitHub: https://github.com/Cauasl17/prato-cheio-cp2</a:t>
            </a:r>
          </a:p>
          <a:p xmlns:a="http://schemas.openxmlformats.org/drawingml/2006/main">
            <a:r>
              <a:t>Trello: https://trello.com/b/x4UExcxZ/trello-cp</a:t>
            </a:r>
          </a:p>
          <a:p xmlns:a="http://schemas.openxmlformats.org/drawingml/2006/main">
            <a:r>
              <a:t>Todos os integrantes devem explicar o fluxo técnico.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259b3a237e485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ef0cd5b4d94b3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76e05fb1ce4fb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fa202535db4a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faab20c7e4453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5840df9c3a43c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6679941-7419-4BCB-9EB0-0A8F94C364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C5D7FF3-9914-40F6-ABBF-C0A1FFF5134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360123F-749B-4C35-85CA-C4041AD6A3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426B25-ECC4-46B9-A349-1C120136B9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B8BB494-36F1-4199-BE82-EFBE5D45D1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54A6C2F-46E5-4439-BDA1-92EAB509A6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0754E3-92CE-4F8F-BB8A-5EA799BEED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1DB32BE-C6AF-4D0E-BA4E-0B096246B01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DDC0F1E-45B6-45DF-A6F7-207633A2B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DABE690-0608-40D0-BC8C-57D78A88B8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7d0fb4c38d4c27" /><Relationship Type="http://schemas.openxmlformats.org/officeDocument/2006/relationships/slideLayout" Target="/ppt/slideLayouts/slideLayout1.xml" Id="R7fbb7129b6d84031" /><Relationship Type="http://schemas.openxmlformats.org/officeDocument/2006/relationships/slideLayout" Target="/ppt/slideLayouts/slideLayout2.xml" Id="R8b9977f8c7304f4b" /><Relationship Type="http://schemas.openxmlformats.org/officeDocument/2006/relationships/slideLayout" Target="/ppt/slideLayouts/slideLayout3.xml" Id="R547c19e93e064846" /><Relationship Type="http://schemas.openxmlformats.org/officeDocument/2006/relationships/slideLayout" Target="/ppt/slideLayouts/slideLayout4.xml" Id="R739aa562863445a3" /><Relationship Type="http://schemas.openxmlformats.org/officeDocument/2006/relationships/slideLayout" Target="/ppt/slideLayouts/slideLayout5.xml" Id="R199e4fb68d9047c6" /><Relationship Type="http://schemas.openxmlformats.org/officeDocument/2006/relationships/slideLayout" Target="/ppt/slideLayouts/slideLayout6.xml" Id="R819b8ac3c28245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bb7129b6d84031"/>
    <p:sldLayoutId xmlns:r="http://schemas.openxmlformats.org/officeDocument/2006/relationships" id="2147483650" r:id="R8b9977f8c7304f4b"/>
    <p:sldLayoutId xmlns:r="http://schemas.openxmlformats.org/officeDocument/2006/relationships" id="2147483651" r:id="R547c19e93e064846"/>
    <p:sldLayoutId xmlns:r="http://schemas.openxmlformats.org/officeDocument/2006/relationships" id="2147483652" r:id="R739aa562863445a3"/>
    <p:sldLayoutId xmlns:r="http://schemas.openxmlformats.org/officeDocument/2006/relationships" id="2147483653" r:id="R199e4fb68d9047c6"/>
    <p:sldLayoutId xmlns:r="http://schemas.openxmlformats.org/officeDocument/2006/relationships" id="2147483654" r:id="R819b8ac3c28245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7d9b997c174603" /><Relationship Type="http://schemas.openxmlformats.org/officeDocument/2006/relationships/notesSlide" Target="/ppt/notesSlides/notesSlide1.xml" Id="R1758fc63f55942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75da0a9c92439a" /><Relationship Type="http://schemas.openxmlformats.org/officeDocument/2006/relationships/notesSlide" Target="/ppt/notesSlides/notesSlide2.xml" Id="R1073102b058f44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8a10c7f80843ab" /><Relationship Type="http://schemas.openxmlformats.org/officeDocument/2006/relationships/notesSlide" Target="/ppt/notesSlides/notesSlide3.xml" Id="R40e83237dc9946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c75a8ae8ee4452" /><Relationship Type="http://schemas.openxmlformats.org/officeDocument/2006/relationships/notesSlide" Target="/ppt/notesSlides/notesSlide4.xml" Id="Re900e669c4ea42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e6faf4c3244303" /><Relationship Type="http://schemas.openxmlformats.org/officeDocument/2006/relationships/notesSlide" Target="/ppt/notesSlides/notesSlide5.xml" Id="Rd38ace219d0946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fba8b579274e62" /><Relationship Type="http://schemas.openxmlformats.org/officeDocument/2006/relationships/notesSlide" Target="/ppt/notesSlides/notesSlide6.xml" Id="R13c8197dc10147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133cfea643400f" /><Relationship Type="http://schemas.openxmlformats.org/officeDocument/2006/relationships/notesSlide" Target="/ppt/notesSlides/notesSlide7.xml" Id="R67421853b9dc46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c01a0a33a546ed" /><Relationship Type="http://schemas.openxmlformats.org/officeDocument/2006/relationships/notesSlide" Target="/ppt/notesSlides/notesSlide8.xml" Id="R64dc6b53e2a8490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3F3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ulo">
            <a:extLst xmlns:a="http://schemas.openxmlformats.org/drawingml/2006/main">
              <a:ext uri="{FF2B5EF4-FFF2-40B4-BE49-F238E27FC236}">
                <a16:creationId xmlns:a16="http://schemas.microsoft.com/office/drawing/2014/main" id="{2FD317ED-BE30-4818-B306-73F82854C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382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54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Prato Cheio</a:t>
            </a:r>
          </a:p>
        </p:txBody>
      </p:sp>
      <p:sp>
        <p:nvSpPr>
          <p:cNvPr id="2" name="conteudo">
            <a:extLst xmlns:a="http://schemas.openxmlformats.org/drawingml/2006/main">
              <a:ext uri="{FF2B5EF4-FFF2-40B4-BE49-F238E27FC236}">
                <a16:creationId xmlns:a16="http://schemas.microsoft.com/office/drawing/2014/main" id="{9EE33E40-445B-4649-AF53-F4B0D3A9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66800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pPr>
            <a:r>
              <a: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rPr>
              <a:t>Checkpoint 3</a:t>
            </a:r>
          </a:p>
          <a:p xmlns:a="http://schemas.openxmlformats.org/drawingml/2006/main">
            <a:pPr>
              <a:def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defRPr>
            </a:pPr>
            <a:r>
              <a:rPr sz="2850" b="0">
                <a:solidFill>
                  <a:srgbClr val="E7EEDF"/>
                </a:solidFill>
                <a:latin typeface="DejaVu Sans"/>
                <a:ea typeface="DejaVu Sans"/>
                <a:cs typeface="DejaVu Sans"/>
              </a:rPr>
              <a:t>Testes, Docker e proposta de monetização</a:t>
            </a:r>
          </a:p>
        </p:txBody>
      </p:sp>
    </p:spTree>
    <p:extLst>
      <p:ext uri="{BB962C8B-B14F-4D97-AF65-F5344CB8AC3E}">
        <p14:creationId xmlns:p14="http://schemas.microsoft.com/office/powerpoint/2010/main" val="1320460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ulo">
            <a:extLst xmlns:a="http://schemas.openxmlformats.org/drawingml/2006/main">
              <a:ext uri="{FF2B5EF4-FFF2-40B4-BE49-F238E27FC236}">
                <a16:creationId xmlns:a16="http://schemas.microsoft.com/office/drawing/2014/main" id="{35E6F7E8-860A-4528-A482-83D84617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rPr>
              <a:t>Arquitetura da solução</a:t>
            </a:r>
          </a:p>
        </p:txBody>
      </p:sp>
      <p:sp>
        <p:nvSpPr>
          <p:cNvPr id="2" name="conteudo">
            <a:extLst xmlns:a="http://schemas.openxmlformats.org/drawingml/2006/main">
              <a:ext uri="{FF2B5EF4-FFF2-40B4-BE49-F238E27FC236}">
                <a16:creationId xmlns:a16="http://schemas.microsoft.com/office/drawing/2014/main" id="{480F6B07-DB6C-4D1E-A156-C1E73861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A interface web consome a API FastAPI na mesma origem.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Pydantic valida os dados e SQLAlchemy acessa o SQLite.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Reservas atualizam o saldo em uma transação.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Ollama gera relatórios com indicadores e IDs dos lotes.</a:t>
            </a:r>
          </a:p>
        </p:txBody>
      </p:sp>
      <p:sp>
        <p:nvSpPr>
          <p:cNvPr id="3" name="pagina">
            <a:extLst xmlns:a="http://schemas.openxmlformats.org/drawingml/2006/main">
              <a:ext uri="{FF2B5EF4-FFF2-40B4-BE49-F238E27FC236}">
                <a16:creationId xmlns:a16="http://schemas.microsoft.com/office/drawing/2014/main" id="{36A60AF7-482C-458B-8584-D6D51132C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007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909382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ulo">
            <a:extLst xmlns:a="http://schemas.openxmlformats.org/drawingml/2006/main">
              <a:ext uri="{FF2B5EF4-FFF2-40B4-BE49-F238E27FC236}">
                <a16:creationId xmlns:a16="http://schemas.microsoft.com/office/drawing/2014/main" id="{269D421A-91DB-4D96-A771-DB92CCE4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rPr>
              <a:t>Testes e resultados</a:t>
            </a:r>
          </a:p>
        </p:txBody>
      </p:sp>
      <p:sp>
        <p:nvSpPr>
          <p:cNvPr id="2" name="conteudo">
            <a:extLst xmlns:a="http://schemas.openxmlformats.org/drawingml/2006/main">
              <a:ext uri="{FF2B5EF4-FFF2-40B4-BE49-F238E27FC236}">
                <a16:creationId xmlns:a16="http://schemas.microsoft.com/office/drawing/2014/main" id="{F32F1AEF-CD9F-4F43-8B08-FBDDB8E97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39 testes automatizados aprovados.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Oito cenários registram resultado esperado e obtido.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Cobertura de 80% nos módulos medidos do backend.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O fluxo HTTP verifica cadastro, reserva e coleta.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Ollama real gerou relatório e confirmou o histórico.</a:t>
            </a:r>
          </a:p>
        </p:txBody>
      </p:sp>
      <p:sp>
        <p:nvSpPr>
          <p:cNvPr id="3" name="pagina">
            <a:extLst xmlns:a="http://schemas.openxmlformats.org/drawingml/2006/main">
              <a:ext uri="{FF2B5EF4-FFF2-40B4-BE49-F238E27FC236}">
                <a16:creationId xmlns:a16="http://schemas.microsoft.com/office/drawing/2014/main" id="{7D4C6D5C-D845-45D9-9B22-CF1B0B48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007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607846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ulo">
            <a:extLst xmlns:a="http://schemas.openxmlformats.org/drawingml/2006/main">
              <a:ext uri="{FF2B5EF4-FFF2-40B4-BE49-F238E27FC236}">
                <a16:creationId xmlns:a16="http://schemas.microsoft.com/office/drawing/2014/main" id="{7DACE788-9808-44EF-BE6C-40723017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rPr>
              <a:t>Execução por Docker</a:t>
            </a:r>
          </a:p>
        </p:txBody>
      </p:sp>
      <p:sp>
        <p:nvSpPr>
          <p:cNvPr id="2" name="conteudo">
            <a:extLst xmlns:a="http://schemas.openxmlformats.org/drawingml/2006/main">
              <a:ext uri="{FF2B5EF4-FFF2-40B4-BE49-F238E27FC236}">
                <a16:creationId xmlns:a16="http://schemas.microsoft.com/office/drawing/2014/main" id="{30E4BA74-B8E6-4A95-B345-5A829B24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A imagem executa com usuário sem root.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Configurações e chave entram por variáveis de ambiente.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O volume /dados mantém o SQLite após reinício.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O CI constrói a imagem e verifica o fluxo principal.</a:t>
            </a:r>
          </a:p>
        </p:txBody>
      </p:sp>
      <p:sp>
        <p:nvSpPr>
          <p:cNvPr id="3" name="pagina">
            <a:extLst xmlns:a="http://schemas.openxmlformats.org/drawingml/2006/main">
              <a:ext uri="{FF2B5EF4-FFF2-40B4-BE49-F238E27FC236}">
                <a16:creationId xmlns:a16="http://schemas.microsoft.com/office/drawing/2014/main" id="{A0829FC5-AA7C-4FAF-862C-9E2B69FE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007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261847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ulo">
            <a:extLst xmlns:a="http://schemas.openxmlformats.org/drawingml/2006/main">
              <a:ext uri="{FF2B5EF4-FFF2-40B4-BE49-F238E27FC236}">
                <a16:creationId xmlns:a16="http://schemas.microsoft.com/office/drawing/2014/main" id="{57FE775D-C2CC-4003-870D-1320A2CDE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rPr>
              <a:t>Publicação da aplicação</a:t>
            </a:r>
          </a:p>
        </p:txBody>
      </p:sp>
      <p:sp>
        <p:nvSpPr>
          <p:cNvPr id="2" name="conteudo">
            <a:extLst xmlns:a="http://schemas.openxmlformats.org/drawingml/2006/main">
              <a:ext uri="{FF2B5EF4-FFF2-40B4-BE49-F238E27FC236}">
                <a16:creationId xmlns:a16="http://schemas.microsoft.com/office/drawing/2014/main" id="{A42942BC-4220-4393-86F6-94FF113B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API publicada por Docker no Render.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https://prato-cheio-cp3.onrender.com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12 requisições HTTPS aprovadas no fluxo principal.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O ambiente gratuito serve apenas à demonstração.</a:t>
            </a:r>
          </a:p>
        </p:txBody>
      </p:sp>
      <p:sp>
        <p:nvSpPr>
          <p:cNvPr id="3" name="pagina">
            <a:extLst xmlns:a="http://schemas.openxmlformats.org/drawingml/2006/main">
              <a:ext uri="{FF2B5EF4-FFF2-40B4-BE49-F238E27FC236}">
                <a16:creationId xmlns:a16="http://schemas.microsoft.com/office/drawing/2014/main" id="{4C880A41-CA9F-4D75-AF46-86CB55B3B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007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339175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ulo">
            <a:extLst xmlns:a="http://schemas.openxmlformats.org/drawingml/2006/main">
              <a:ext uri="{FF2B5EF4-FFF2-40B4-BE49-F238E27FC236}">
                <a16:creationId xmlns:a16="http://schemas.microsoft.com/office/drawing/2014/main" id="{980BFEB3-AFF1-4CFD-9506-BF1C7286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rPr>
              <a:t>Proposta de monetização</a:t>
            </a:r>
          </a:p>
        </p:txBody>
      </p:sp>
      <p:sp>
        <p:nvSpPr>
          <p:cNvPr id="2" name="conteudo">
            <a:extLst xmlns:a="http://schemas.openxmlformats.org/drawingml/2006/main">
              <a:ext uri="{FF2B5EF4-FFF2-40B4-BE49-F238E27FC236}">
                <a16:creationId xmlns:a16="http://schemas.microsoft.com/office/drawing/2014/main" id="{DF3FE8A3-0D46-42B0-9CA2-28FA9859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Assinatura proposta: R$ 99 por estabelecimento/mês.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20 assinaturas: receita mensal de R$ 1.980.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Custos operacionais estimados: R$ 670/mês.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Saldo estimado: R$ 1.310 antes de tributos e aquisição.</a:t>
            </a:r>
          </a:p>
        </p:txBody>
      </p:sp>
      <p:sp>
        <p:nvSpPr>
          <p:cNvPr id="3" name="pagina">
            <a:extLst xmlns:a="http://schemas.openxmlformats.org/drawingml/2006/main">
              <a:ext uri="{FF2B5EF4-FFF2-40B4-BE49-F238E27FC236}">
                <a16:creationId xmlns:a16="http://schemas.microsoft.com/office/drawing/2014/main" id="{ED2AC7EE-18C1-427E-8018-1B56BF24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007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698447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ulo">
            <a:extLst xmlns:a="http://schemas.openxmlformats.org/drawingml/2006/main">
              <a:ext uri="{FF2B5EF4-FFF2-40B4-BE49-F238E27FC236}">
                <a16:creationId xmlns:a16="http://schemas.microsoft.com/office/drawing/2014/main" id="{BEA2E854-798F-45F4-9C5A-4272C845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rPr>
              <a:t>Demonstração técnica</a:t>
            </a:r>
          </a:p>
        </p:txBody>
      </p:sp>
      <p:sp>
        <p:nvSpPr>
          <p:cNvPr id="2" name="conteudo">
            <a:extLst xmlns:a="http://schemas.openxmlformats.org/drawingml/2006/main">
              <a:ext uri="{FF2B5EF4-FFF2-40B4-BE49-F238E27FC236}">
                <a16:creationId xmlns:a16="http://schemas.microsoft.com/office/drawing/2014/main" id="{D20F04AE-D5FF-4C8C-9CD7-329CDA3F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Verificar /health e abrir a interface em /app.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Cadastrar lote e tentar reservar acima do saldo.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Reservar a quantidade válida e registrar a coleta.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Conferir o dashboard e o histórico persistido.</a:t>
            </a:r>
          </a:p>
        </p:txBody>
      </p:sp>
      <p:sp>
        <p:nvSpPr>
          <p:cNvPr id="3" name="pagina">
            <a:extLst xmlns:a="http://schemas.openxmlformats.org/drawingml/2006/main">
              <a:ext uri="{FF2B5EF4-FFF2-40B4-BE49-F238E27FC236}">
                <a16:creationId xmlns:a16="http://schemas.microsoft.com/office/drawing/2014/main" id="{CDD3EA9E-A2B6-4A8E-8043-34190D28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007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6077653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ulo">
            <a:extLst xmlns:a="http://schemas.openxmlformats.org/drawingml/2006/main">
              <a:ext uri="{FF2B5EF4-FFF2-40B4-BE49-F238E27FC236}">
                <a16:creationId xmlns:a16="http://schemas.microsoft.com/office/drawing/2014/main" id="{C5EE2F0F-C2CE-41B9-A6DD-35D9D0BCF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183F32"/>
                </a:solidFill>
                <a:latin typeface="DejaVu Sans"/>
                <a:ea typeface="DejaVu Sans"/>
                <a:cs typeface="DejaVu Sans"/>
              </a:rPr>
              <a:t>Equipe e organização</a:t>
            </a:r>
          </a:p>
        </p:txBody>
      </p:sp>
      <p:sp>
        <p:nvSpPr>
          <p:cNvPr id="2" name="conteudo">
            <a:extLst xmlns:a="http://schemas.openxmlformats.org/drawingml/2006/main">
              <a:ext uri="{FF2B5EF4-FFF2-40B4-BE49-F238E27FC236}">
                <a16:creationId xmlns:a16="http://schemas.microsoft.com/office/drawing/2014/main" id="{83CE3030-7B8B-4964-BA21-573F72DC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066800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Leonardo Viana, RM 571969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João Paulo Melo, RM 570118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Pedro Grigorio, RM 570308</a:t>
            </a:r>
          </a:p>
          <a:p xmlns:a="http://schemas.openxmlformats.org/drawingml/2006/main">
            <a:pPr>
              <a:def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63A32"/>
                </a:solidFill>
                <a:latin typeface="DejaVu Sans"/>
                <a:ea typeface="DejaVu Sans"/>
                <a:cs typeface="DejaVu Sans"/>
              </a:rPr>
              <a:t>Cauã da Silva Lima, RM 571023</a:t>
            </a:r>
          </a:p>
        </p:txBody>
      </p:sp>
      <p:sp>
        <p:nvSpPr>
          <p:cNvPr id="3" name="pagina">
            <a:extLst xmlns:a="http://schemas.openxmlformats.org/drawingml/2006/main">
              <a:ext uri="{FF2B5EF4-FFF2-40B4-BE49-F238E27FC236}">
                <a16:creationId xmlns:a16="http://schemas.microsoft.com/office/drawing/2014/main" id="{A5826FAE-347C-4075-86A2-76C4A306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007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52665B"/>
                </a:solidFill>
                <a:latin typeface="DejaVu Sans"/>
                <a:ea typeface="DejaVu Sans"/>
                <a:cs typeface="DejaVu San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415500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2026-10-20T22:45:18.2230000Z</dcterms:created>
  <dcterms:modified xsi:type="dcterms:W3CDTF">2026-10-20T22:45:18.2230000Z</dcterms:modified>
</coreProperties>
</file>