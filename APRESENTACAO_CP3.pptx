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6eabbbad974990" /><Relationship Type="http://schemas.openxmlformats.org/officeDocument/2006/relationships/extended-properties" Target="/docProps/app.xml" Id="R12317b1205034a83" /><Relationship Type="http://schemas.openxmlformats.org/officeDocument/2006/relationships/officeDocument" Target="/ppt/presentation.xml" Id="R92c5ba18fcfd41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dde8efc3b54f35"/>
  </p:sldMasterIdLst>
  <p:notesMasterIdLst>
    <p:notesMasterId xmlns:r="http://schemas.openxmlformats.org/officeDocument/2006/relationships" r:id="R38e95af282144e36"/>
  </p:notesMasterIdLst>
  <p:sldIdLst>
    <p:sldId xmlns:r="http://schemas.openxmlformats.org/officeDocument/2006/relationships" id="256" r:id="R30618ad9cceb44a8"/>
    <p:sldId xmlns:r="http://schemas.openxmlformats.org/officeDocument/2006/relationships" id="257" r:id="Rd4abda54e4e9449f"/>
    <p:sldId xmlns:r="http://schemas.openxmlformats.org/officeDocument/2006/relationships" id="258" r:id="R6319928e087e4cf0"/>
    <p:sldId xmlns:r="http://schemas.openxmlformats.org/officeDocument/2006/relationships" id="259" r:id="R02b008806b1c4005"/>
    <p:sldId xmlns:r="http://schemas.openxmlformats.org/officeDocument/2006/relationships" id="260" r:id="R515e29fc0f7942bc"/>
    <p:sldId xmlns:r="http://schemas.openxmlformats.org/officeDocument/2006/relationships" id="261" r:id="R1c15172f3dc5410d"/>
    <p:sldId xmlns:r="http://schemas.openxmlformats.org/officeDocument/2006/relationships" id="262" r:id="R61e933d66e0248fb"/>
    <p:sldId xmlns:r="http://schemas.openxmlformats.org/officeDocument/2006/relationships" id="263" r:id="Rd624a2419d5547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792934933246d2" /><Relationship Type="http://schemas.openxmlformats.org/officeDocument/2006/relationships/slideMaster" Target="/ppt/slideMasters/slideMaster1.xml" Id="Reedde8efc3b54f35" /><Relationship Type="http://schemas.openxmlformats.org/officeDocument/2006/relationships/notesMaster" Target="/ppt/notesMasters/notesMaster1.xml" Id="R38e95af282144e36" /><Relationship Type="http://schemas.openxmlformats.org/officeDocument/2006/relationships/presProps" Target="/ppt/presProps.xml" Id="Ra0575609131c40a0" /><Relationship Type="http://schemas.openxmlformats.org/officeDocument/2006/relationships/tableStyles" Target="/ppt/tableStyles.xml" Id="R59de790330ad4c99" /><Relationship Type="http://schemas.openxmlformats.org/officeDocument/2006/relationships/slide" Target="/ppt/slides/slide1.xml" Id="R30618ad9cceb44a8" /><Relationship Type="http://schemas.openxmlformats.org/officeDocument/2006/relationships/slide" Target="/ppt/slides/slide2.xml" Id="Rd4abda54e4e9449f" /><Relationship Type="http://schemas.openxmlformats.org/officeDocument/2006/relationships/slide" Target="/ppt/slides/slide3.xml" Id="R6319928e087e4cf0" /><Relationship Type="http://schemas.openxmlformats.org/officeDocument/2006/relationships/slide" Target="/ppt/slides/slide4.xml" Id="R02b008806b1c4005" /><Relationship Type="http://schemas.openxmlformats.org/officeDocument/2006/relationships/slide" Target="/ppt/slides/slide5.xml" Id="R515e29fc0f7942bc" /><Relationship Type="http://schemas.openxmlformats.org/officeDocument/2006/relationships/slide" Target="/ppt/slides/slide6.xml" Id="R1c15172f3dc5410d" /><Relationship Type="http://schemas.openxmlformats.org/officeDocument/2006/relationships/slide" Target="/ppt/slides/slide7.xml" Id="R61e933d66e0248fb" /><Relationship Type="http://schemas.openxmlformats.org/officeDocument/2006/relationships/slide" Target="/ppt/slides/slide8.xml" Id="Rd624a2419d5547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c2324d49244c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080f928b8246c3" /><Relationship Type="http://schemas.openxmlformats.org/officeDocument/2006/relationships/notesMaster" Target="/ppt/notesMasters/notesMaster1.xml" Id="R42365b3966ac40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165442654c42c7" /><Relationship Type="http://schemas.openxmlformats.org/officeDocument/2006/relationships/notesMaster" Target="/ppt/notesMasters/notesMaster1.xml" Id="R34b068a4af5e4b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3dcab7aaee4ab4" /><Relationship Type="http://schemas.openxmlformats.org/officeDocument/2006/relationships/notesMaster" Target="/ppt/notesMasters/notesMaster1.xml" Id="R6d3810e0a9374a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ff8991fc4e46a8" /><Relationship Type="http://schemas.openxmlformats.org/officeDocument/2006/relationships/notesMaster" Target="/ppt/notesMasters/notesMaster1.xml" Id="Rea8ea42b6ba54a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73c32cdcf348c4" /><Relationship Type="http://schemas.openxmlformats.org/officeDocument/2006/relationships/notesMaster" Target="/ppt/notesMasters/notesMaster1.xml" Id="Rf8e69509b7f345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6e665edb5c4716" /><Relationship Type="http://schemas.openxmlformats.org/officeDocument/2006/relationships/notesMaster" Target="/ppt/notesMasters/notesMaster1.xml" Id="Ra76902875f654a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aeebc1e9ff47ac" /><Relationship Type="http://schemas.openxmlformats.org/officeDocument/2006/relationships/notesMaster" Target="/ppt/notesMasters/notesMaster1.xml" Id="R239dbfc2ed084d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872d5595024695" /><Relationship Type="http://schemas.openxmlformats.org/officeDocument/2006/relationships/notesMaster" Target="/ppt/notesMasters/notesMaster1.xml" Id="R0e19eb63c6a14e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Gestão de doações de alimentos. A demonstração acompanha o código e as evidências do repositório.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main.py, crud.py e os serviços. A LLM não altera o estoque. O protótipo usa chave administrativa compartilhada.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Evidências: evidencias/pytest.xml, coverage.xml, testes.txt e http-smoke.json. A cobertura medida não abrange cliques do frontend. O erro de saldo retorna 422.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Comandos em docs/cp3/DOCKER.md. A execução do GitHub Actions construiu e iniciou o contêiner, verificou 12 requisições e confirmou o lote após restart. Fonte: execução 39507012305.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confundir a execução temporária do CI com deploy permanente. SQLite em disco efêmero pode perder dados. Ollama exige serviço próprio. Fontes: https://render.com/docs/blueprint-spec e https://render.com/docs/free.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Hipótese comercial, sem clientes ou preço validado. Instituições recebedoras teriam acesso gratuito. Custos: hospedagem 150, persistência/backup 50, LLM 80, manutenção 320, administração 70. Ponto de equilíbrio simplificado: 7 assinaturas.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Demonstrar 422 e o resultado esperado. No ambiente publicado, executar scripts/smoke.py --exercise com chave no ambiente. Registrar URL real e evidência antes de apresentar deploy como concluído.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GitHub: https://github.com/Cauasl17/prato-cheio-cp2</a:t>
            </a:r>
          </a:p>
          <a:p xmlns:a="http://schemas.openxmlformats.org/drawingml/2006/main">
            <a:r>
              <a:t>Trello: https://trello.com/b/x4UExcxZ/trello-cp</a:t>
            </a:r>
          </a:p>
          <a:p xmlns:a="http://schemas.openxmlformats.org/drawingml/2006/main">
            <a:r>
              <a:t>Todos os integrantes devem explicar o fluxo técnico.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56f17b1d9c44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5457b631b46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679226bede4f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638b9f73d24a2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c66a59ce2347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57762111948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4D4B49-C08B-42E0-BFBA-3BA64B1D82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2890E0-B827-492B-AB08-031747FE539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5DCCC9-41DA-4DFB-BCEC-11A2086D7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6B443C-787F-428D-9346-2CCC377EED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005F35-B8B9-4A02-AF30-CBFD42328D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F1AD9C8-A397-4AFF-B6B8-AEB9102C44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12E930-F06D-401D-BCE0-EB160E9E45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60BF205-3773-4CFF-9E1B-338D81E4AB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458224-2500-471C-82D1-D9FD1583BE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29B58E-3EB2-447F-91DC-780D7CD498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745d161e4d4e71" /><Relationship Type="http://schemas.openxmlformats.org/officeDocument/2006/relationships/slideLayout" Target="/ppt/slideLayouts/slideLayout1.xml" Id="R02b3d7c5c62648ed" /><Relationship Type="http://schemas.openxmlformats.org/officeDocument/2006/relationships/slideLayout" Target="/ppt/slideLayouts/slideLayout2.xml" Id="R96486f30e2d4408d" /><Relationship Type="http://schemas.openxmlformats.org/officeDocument/2006/relationships/slideLayout" Target="/ppt/slideLayouts/slideLayout3.xml" Id="Rfd89c66578914c30" /><Relationship Type="http://schemas.openxmlformats.org/officeDocument/2006/relationships/slideLayout" Target="/ppt/slideLayouts/slideLayout4.xml" Id="Rf26921bd17e04e6e" /><Relationship Type="http://schemas.openxmlformats.org/officeDocument/2006/relationships/slideLayout" Target="/ppt/slideLayouts/slideLayout5.xml" Id="R0f4f57b496504609" /><Relationship Type="http://schemas.openxmlformats.org/officeDocument/2006/relationships/slideLayout" Target="/ppt/slideLayouts/slideLayout6.xml" Id="R7b1e61f7490f4a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b3d7c5c62648ed"/>
    <p:sldLayoutId xmlns:r="http://schemas.openxmlformats.org/officeDocument/2006/relationships" id="2147483650" r:id="R96486f30e2d4408d"/>
    <p:sldLayoutId xmlns:r="http://schemas.openxmlformats.org/officeDocument/2006/relationships" id="2147483651" r:id="Rfd89c66578914c30"/>
    <p:sldLayoutId xmlns:r="http://schemas.openxmlformats.org/officeDocument/2006/relationships" id="2147483652" r:id="Rf26921bd17e04e6e"/>
    <p:sldLayoutId xmlns:r="http://schemas.openxmlformats.org/officeDocument/2006/relationships" id="2147483653" r:id="R0f4f57b496504609"/>
    <p:sldLayoutId xmlns:r="http://schemas.openxmlformats.org/officeDocument/2006/relationships" id="2147483654" r:id="R7b1e61f7490f4a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1ea3e2cb744fb6" /><Relationship Type="http://schemas.openxmlformats.org/officeDocument/2006/relationships/notesSlide" Target="/ppt/notesSlides/notesSlide1.xml" Id="Rcd0d5ede4d0c4d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1db8b0ea0d4263" /><Relationship Type="http://schemas.openxmlformats.org/officeDocument/2006/relationships/notesSlide" Target="/ppt/notesSlides/notesSlide2.xml" Id="R33bf6719b7c344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5ee8e0fd9842ca" /><Relationship Type="http://schemas.openxmlformats.org/officeDocument/2006/relationships/notesSlide" Target="/ppt/notesSlides/notesSlide3.xml" Id="R76de07e546f946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7c357cc1424e9f" /><Relationship Type="http://schemas.openxmlformats.org/officeDocument/2006/relationships/notesSlide" Target="/ppt/notesSlides/notesSlide4.xml" Id="Rfacdf7fddeda4e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ca0e276358410a" /><Relationship Type="http://schemas.openxmlformats.org/officeDocument/2006/relationships/notesSlide" Target="/ppt/notesSlides/notesSlide5.xml" Id="R9250d6a30c0648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a2a24ab0be4513" /><Relationship Type="http://schemas.openxmlformats.org/officeDocument/2006/relationships/notesSlide" Target="/ppt/notesSlides/notesSlide6.xml" Id="Rc74795526e7840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94af5da14e4498" /><Relationship Type="http://schemas.openxmlformats.org/officeDocument/2006/relationships/notesSlide" Target="/ppt/notesSlides/notesSlide7.xml" Id="R48af026de1e34a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43811136b2445c" /><Relationship Type="http://schemas.openxmlformats.org/officeDocument/2006/relationships/notesSlide" Target="/ppt/notesSlides/notesSlide8.xml" Id="Rb6893da49a6c44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F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ulo">
            <a:extLst xmlns:a="http://schemas.openxmlformats.org/drawingml/2006/main">
              <a:ext uri="{FF2B5EF4-FFF2-40B4-BE49-F238E27FC236}">
                <a16:creationId xmlns:a16="http://schemas.microsoft.com/office/drawing/2014/main" id="{88D4E011-E18B-4DC5-8855-C501EC2C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Prato Cheio</a:t>
            </a:r>
          </a:p>
        </p:txBody>
      </p:sp>
      <p:sp>
        <p:nvSpPr>
          <p:cNvPr id="2" name="conteudo">
            <a:extLst xmlns:a="http://schemas.openxmlformats.org/drawingml/2006/main">
              <a:ext uri="{FF2B5EF4-FFF2-40B4-BE49-F238E27FC236}">
                <a16:creationId xmlns:a16="http://schemas.microsoft.com/office/drawing/2014/main" id="{B432424A-7B98-4A05-A0F4-0DAE873D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E7EED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0">
                <a:solidFill>
                  <a:srgbClr val="E7EED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0">
                <a:solidFill>
                  <a:srgbClr val="E7EED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0">
                <a:solidFill>
                  <a:srgbClr val="E7EED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0">
                <a:solidFill>
                  <a:srgbClr val="E7EED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0">
                <a:solidFill>
                  <a:srgbClr val="E7EED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0">
                <a:solidFill>
                  <a:srgbClr val="E7EED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0">
                <a:solidFill>
                  <a:srgbClr val="E7EED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0">
                <a:solidFill>
                  <a:srgbClr val="E7EED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0">
                <a:solidFill>
                  <a:srgbClr val="E7EED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E7EEDF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E7EEDF"/>
                </a:solidFill>
                <a:latin typeface="DejaVu Sans"/>
                <a:ea typeface="DejaVu Sans"/>
                <a:cs typeface="DejaVu Sans"/>
              </a:rPr>
              <a:t>Checkpoint 3</a:t>
            </a:r>
          </a:p>
          <a:p xmlns:a="http://schemas.openxmlformats.org/drawingml/2006/main">
            <a:pPr>
              <a:defRPr sz="2850" b="0">
                <a:solidFill>
                  <a:srgbClr val="E7EEDF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E7EEDF"/>
                </a:solidFill>
                <a:latin typeface="DejaVu Sans"/>
                <a:ea typeface="DejaVu Sans"/>
                <a:cs typeface="DejaVu Sans"/>
              </a:rPr>
              <a:t>Testes, Docker e proposta de monetização</a:t>
            </a:r>
          </a:p>
        </p:txBody>
      </p:sp>
    </p:spTree>
    <p:extLst>
      <p:ext uri="{BB962C8B-B14F-4D97-AF65-F5344CB8AC3E}">
        <p14:creationId xmlns:p14="http://schemas.microsoft.com/office/powerpoint/2010/main" val="17952679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ulo">
            <a:extLst xmlns:a="http://schemas.openxmlformats.org/drawingml/2006/main">
              <a:ext uri="{FF2B5EF4-FFF2-40B4-BE49-F238E27FC236}">
                <a16:creationId xmlns:a16="http://schemas.microsoft.com/office/drawing/2014/main" id="{924BA6E3-7CD1-4853-AA5D-ED3E8F36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rPr>
              <a:t>Arquitetura da solução</a:t>
            </a:r>
          </a:p>
        </p:txBody>
      </p:sp>
      <p:sp>
        <p:nvSpPr>
          <p:cNvPr id="2" name="conteudo">
            <a:extLst xmlns:a="http://schemas.openxmlformats.org/drawingml/2006/main">
              <a:ext uri="{FF2B5EF4-FFF2-40B4-BE49-F238E27FC236}">
                <a16:creationId xmlns:a16="http://schemas.microsoft.com/office/drawing/2014/main" id="{ABD4C1D7-9652-4892-A715-6791A9E6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A interface web consome a API FastAPI na mesma origem.</a:t>
            </a:r>
          </a:p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Pydantic valida os dados e SQLAlchemy acessa o SQLite.</a:t>
            </a:r>
          </a:p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Reservas atualizam o saldo em uma transação.</a:t>
            </a:r>
          </a:p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Ollama gera relatórios com indicadores e IDs dos lotes.</a:t>
            </a:r>
          </a:p>
        </p:txBody>
      </p:sp>
      <p:sp>
        <p:nvSpPr>
          <p:cNvPr id="3" name="pagina">
            <a:extLst xmlns:a="http://schemas.openxmlformats.org/drawingml/2006/main">
              <a:ext uri="{FF2B5EF4-FFF2-40B4-BE49-F238E27FC236}">
                <a16:creationId xmlns:a16="http://schemas.microsoft.com/office/drawing/2014/main" id="{621465FE-CF89-45C9-97BF-6BACADF8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007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909916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ulo">
            <a:extLst xmlns:a="http://schemas.openxmlformats.org/drawingml/2006/main">
              <a:ext uri="{FF2B5EF4-FFF2-40B4-BE49-F238E27FC236}">
                <a16:creationId xmlns:a16="http://schemas.microsoft.com/office/drawing/2014/main" id="{CB9530AF-7042-4364-A248-396DD117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rPr>
              <a:t>Testes e resultados</a:t>
            </a:r>
          </a:p>
        </p:txBody>
      </p:sp>
      <p:sp>
        <p:nvSpPr>
          <p:cNvPr id="2" name="conteudo">
            <a:extLst xmlns:a="http://schemas.openxmlformats.org/drawingml/2006/main">
              <a:ext uri="{FF2B5EF4-FFF2-40B4-BE49-F238E27FC236}">
                <a16:creationId xmlns:a16="http://schemas.microsoft.com/office/drawing/2014/main" id="{F69E852E-F968-42D5-A83D-41E9C026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39 testes automatizados aprovados.</a:t>
            </a:r>
          </a:p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Oito cenários registram resultado esperado e obtido.</a:t>
            </a:r>
          </a:p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Cobertura de 80% nos módulos medidos do backend.</a:t>
            </a:r>
          </a:p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O fluxo HTTP verifica cadastro, reserva e coleta.</a:t>
            </a:r>
          </a:p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Ollama real gerou relatório e confirmou o histórico.</a:t>
            </a:r>
          </a:p>
        </p:txBody>
      </p:sp>
      <p:sp>
        <p:nvSpPr>
          <p:cNvPr id="3" name="pagina">
            <a:extLst xmlns:a="http://schemas.openxmlformats.org/drawingml/2006/main">
              <a:ext uri="{FF2B5EF4-FFF2-40B4-BE49-F238E27FC236}">
                <a16:creationId xmlns:a16="http://schemas.microsoft.com/office/drawing/2014/main" id="{4FE794FB-D88A-466C-9C53-3E159F7F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007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50168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ulo">
            <a:extLst xmlns:a="http://schemas.openxmlformats.org/drawingml/2006/main">
              <a:ext uri="{FF2B5EF4-FFF2-40B4-BE49-F238E27FC236}">
                <a16:creationId xmlns:a16="http://schemas.microsoft.com/office/drawing/2014/main" id="{7B845EA5-A109-4F68-9B61-7451A61A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rPr>
              <a:t>Execução por Docker</a:t>
            </a:r>
          </a:p>
        </p:txBody>
      </p:sp>
      <p:sp>
        <p:nvSpPr>
          <p:cNvPr id="2" name="conteudo">
            <a:extLst xmlns:a="http://schemas.openxmlformats.org/drawingml/2006/main">
              <a:ext uri="{FF2B5EF4-FFF2-40B4-BE49-F238E27FC236}">
                <a16:creationId xmlns:a16="http://schemas.microsoft.com/office/drawing/2014/main" id="{A3E4B791-BD15-445C-8452-C60B4329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A imagem executa com usuário sem root.</a:t>
            </a:r>
          </a:p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Configurações e chave entram por variáveis de ambiente.</a:t>
            </a:r>
          </a:p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O volume /dados mantém o SQLite após reinício.</a:t>
            </a:r>
          </a:p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O CI constrói a imagem e verifica o fluxo principal.</a:t>
            </a:r>
          </a:p>
        </p:txBody>
      </p:sp>
      <p:sp>
        <p:nvSpPr>
          <p:cNvPr id="3" name="pagina">
            <a:extLst xmlns:a="http://schemas.openxmlformats.org/drawingml/2006/main">
              <a:ext uri="{FF2B5EF4-FFF2-40B4-BE49-F238E27FC236}">
                <a16:creationId xmlns:a16="http://schemas.microsoft.com/office/drawing/2014/main" id="{C4A3FDE1-7882-4293-8BA4-D205558A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007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910867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ulo">
            <a:extLst xmlns:a="http://schemas.openxmlformats.org/drawingml/2006/main">
              <a:ext uri="{FF2B5EF4-FFF2-40B4-BE49-F238E27FC236}">
                <a16:creationId xmlns:a16="http://schemas.microsoft.com/office/drawing/2014/main" id="{1589E622-2FDB-4056-A151-D37A331B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rPr>
              <a:t>Publicação da aplicação</a:t>
            </a:r>
          </a:p>
        </p:txBody>
      </p:sp>
      <p:sp>
        <p:nvSpPr>
          <p:cNvPr id="2" name="conteudo">
            <a:extLst xmlns:a="http://schemas.openxmlformats.org/drawingml/2006/main">
              <a:ext uri="{FF2B5EF4-FFF2-40B4-BE49-F238E27FC236}">
                <a16:creationId xmlns:a16="http://schemas.microsoft.com/office/drawing/2014/main" id="{B4671A11-E1CE-4249-8787-2CCE1BBC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Blueprint do Render preparado no repositório.</a:t>
            </a:r>
          </a:p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A API lê a porta do provedor e oferece /health.</a:t>
            </a:r>
          </a:p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A publicação e a URL HTTPS dependem de autenticação.</a:t>
            </a:r>
          </a:p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O ambiente gratuito serve apenas à demonstração.</a:t>
            </a:r>
          </a:p>
        </p:txBody>
      </p:sp>
      <p:sp>
        <p:nvSpPr>
          <p:cNvPr id="3" name="pagina">
            <a:extLst xmlns:a="http://schemas.openxmlformats.org/drawingml/2006/main">
              <a:ext uri="{FF2B5EF4-FFF2-40B4-BE49-F238E27FC236}">
                <a16:creationId xmlns:a16="http://schemas.microsoft.com/office/drawing/2014/main" id="{856E9403-3191-4A0A-B270-CDFF1D2C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007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514671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ulo">
            <a:extLst xmlns:a="http://schemas.openxmlformats.org/drawingml/2006/main">
              <a:ext uri="{FF2B5EF4-FFF2-40B4-BE49-F238E27FC236}">
                <a16:creationId xmlns:a16="http://schemas.microsoft.com/office/drawing/2014/main" id="{B62A8655-F853-421E-A755-D3BB6C28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rPr>
              <a:t>Proposta de monetização</a:t>
            </a:r>
          </a:p>
        </p:txBody>
      </p:sp>
      <p:sp>
        <p:nvSpPr>
          <p:cNvPr id="2" name="conteudo">
            <a:extLst xmlns:a="http://schemas.openxmlformats.org/drawingml/2006/main">
              <a:ext uri="{FF2B5EF4-FFF2-40B4-BE49-F238E27FC236}">
                <a16:creationId xmlns:a16="http://schemas.microsoft.com/office/drawing/2014/main" id="{D5BBF5EE-7DA4-4585-AB3E-58F45BCA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Assinatura proposta: R$ 99 por estabelecimento/mês.</a:t>
            </a:r>
          </a:p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20 assinaturas: receita mensal de R$ 1.980.</a:t>
            </a:r>
          </a:p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Custos operacionais estimados: R$ 670/mês.</a:t>
            </a:r>
          </a:p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Saldo estimado: R$ 1.310 antes de tributos e aquisição.</a:t>
            </a:r>
          </a:p>
        </p:txBody>
      </p:sp>
      <p:sp>
        <p:nvSpPr>
          <p:cNvPr id="3" name="pagina">
            <a:extLst xmlns:a="http://schemas.openxmlformats.org/drawingml/2006/main">
              <a:ext uri="{FF2B5EF4-FFF2-40B4-BE49-F238E27FC236}">
                <a16:creationId xmlns:a16="http://schemas.microsoft.com/office/drawing/2014/main" id="{E4E743EA-5CB4-4916-ACCA-EEF82308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007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230942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ulo">
            <a:extLst xmlns:a="http://schemas.openxmlformats.org/drawingml/2006/main">
              <a:ext uri="{FF2B5EF4-FFF2-40B4-BE49-F238E27FC236}">
                <a16:creationId xmlns:a16="http://schemas.microsoft.com/office/drawing/2014/main" id="{614DA978-18FF-4163-864D-64687867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rPr>
              <a:t>Demonstração técnica</a:t>
            </a:r>
          </a:p>
        </p:txBody>
      </p:sp>
      <p:sp>
        <p:nvSpPr>
          <p:cNvPr id="2" name="conteudo">
            <a:extLst xmlns:a="http://schemas.openxmlformats.org/drawingml/2006/main">
              <a:ext uri="{FF2B5EF4-FFF2-40B4-BE49-F238E27FC236}">
                <a16:creationId xmlns:a16="http://schemas.microsoft.com/office/drawing/2014/main" id="{91984645-E132-4035-9745-C0BBD626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Verificar /health e abrir a interface em /app.</a:t>
            </a:r>
          </a:p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Cadastrar lote e tentar reservar acima do saldo.</a:t>
            </a:r>
          </a:p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Reservar a quantidade válida e registrar a coleta.</a:t>
            </a:r>
          </a:p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Conferir o dashboard e o histórico persistido.</a:t>
            </a:r>
          </a:p>
        </p:txBody>
      </p:sp>
      <p:sp>
        <p:nvSpPr>
          <p:cNvPr id="3" name="pagina">
            <a:extLst xmlns:a="http://schemas.openxmlformats.org/drawingml/2006/main">
              <a:ext uri="{FF2B5EF4-FFF2-40B4-BE49-F238E27FC236}">
                <a16:creationId xmlns:a16="http://schemas.microsoft.com/office/drawing/2014/main" id="{BC4356E5-101C-420D-BC09-A04B1C16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007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07416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ulo">
            <a:extLst xmlns:a="http://schemas.openxmlformats.org/drawingml/2006/main">
              <a:ext uri="{FF2B5EF4-FFF2-40B4-BE49-F238E27FC236}">
                <a16:creationId xmlns:a16="http://schemas.microsoft.com/office/drawing/2014/main" id="{0E42FC4E-BFAE-4080-B54F-5F3AE772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83F32"/>
                </a:solidFill>
                <a:latin typeface="DejaVu Sans"/>
                <a:ea typeface="DejaVu Sans"/>
                <a:cs typeface="DejaVu Sans"/>
              </a:rPr>
              <a:t>Equipe e organização</a:t>
            </a:r>
          </a:p>
        </p:txBody>
      </p:sp>
      <p:sp>
        <p:nvSpPr>
          <p:cNvPr id="2" name="conteudo">
            <a:extLst xmlns:a="http://schemas.openxmlformats.org/drawingml/2006/main">
              <a:ext uri="{FF2B5EF4-FFF2-40B4-BE49-F238E27FC236}">
                <a16:creationId xmlns:a16="http://schemas.microsoft.com/office/drawing/2014/main" id="{8D24983B-6F53-461E-8C9F-44D48678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Leonardo Viana, RM 571969</a:t>
            </a:r>
          </a:p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João Paulo Melo, RM 570118</a:t>
            </a:r>
          </a:p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Pedro Grigorio, RM 570308</a:t>
            </a:r>
          </a:p>
          <a:p xmlns:a="http://schemas.openxmlformats.org/drawingml/2006/main">
            <a:pPr>
              <a:def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A32"/>
                </a:solidFill>
                <a:latin typeface="DejaVu Sans"/>
                <a:ea typeface="DejaVu Sans"/>
                <a:cs typeface="DejaVu Sans"/>
              </a:rPr>
              <a:t>Cauã da Silva Lima, RM 571023</a:t>
            </a:r>
          </a:p>
        </p:txBody>
      </p:sp>
      <p:sp>
        <p:nvSpPr>
          <p:cNvPr id="3" name="pagina">
            <a:extLst xmlns:a="http://schemas.openxmlformats.org/drawingml/2006/main">
              <a:ext uri="{FF2B5EF4-FFF2-40B4-BE49-F238E27FC236}">
                <a16:creationId xmlns:a16="http://schemas.microsoft.com/office/drawing/2014/main" id="{40BD25E7-C07E-40D9-8961-93EEE785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007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65B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7387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2026-10-20T22:22:41.3080000Z</dcterms:created>
  <dcterms:modified xsi:type="dcterms:W3CDTF">2026-10-20T22:22:41.3080000Z</dcterms:modified>
</coreProperties>
</file>