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0c0d2fda5f4458" /><Relationship Type="http://schemas.openxmlformats.org/officeDocument/2006/relationships/extended-properties" Target="/docProps/app.xml" Id="R0ce9dea666f848d6" /><Relationship Type="http://schemas.openxmlformats.org/officeDocument/2006/relationships/officeDocument" Target="/ppt/presentation.xml" Id="R7dfe74b2c58c46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9ef6accc864b81"/>
  </p:sldMasterIdLst>
  <p:notesMasterIdLst>
    <p:notesMasterId xmlns:r="http://schemas.openxmlformats.org/officeDocument/2006/relationships" r:id="R9760889b8d1b4120"/>
  </p:notesMasterIdLst>
  <p:sldIdLst>
    <p:sldId xmlns:r="http://schemas.openxmlformats.org/officeDocument/2006/relationships" id="256" r:id="R7f25d0f6e5804ff7"/>
    <p:sldId xmlns:r="http://schemas.openxmlformats.org/officeDocument/2006/relationships" id="257" r:id="R65ff9edef137428a"/>
    <p:sldId xmlns:r="http://schemas.openxmlformats.org/officeDocument/2006/relationships" id="258" r:id="R64a63baed588435c"/>
    <p:sldId xmlns:r="http://schemas.openxmlformats.org/officeDocument/2006/relationships" id="259" r:id="R43dea44053344fe2"/>
    <p:sldId xmlns:r="http://schemas.openxmlformats.org/officeDocument/2006/relationships" id="260" r:id="Ra932b7c09c2a40bd"/>
    <p:sldId xmlns:r="http://schemas.openxmlformats.org/officeDocument/2006/relationships" id="261" r:id="R990174f1d8874f58"/>
    <p:sldId xmlns:r="http://schemas.openxmlformats.org/officeDocument/2006/relationships" id="262" r:id="R75c2c37908fb43ea"/>
    <p:sldId xmlns:r="http://schemas.openxmlformats.org/officeDocument/2006/relationships" id="263" r:id="R03d8a4ce4276452d"/>
    <p:sldId xmlns:r="http://schemas.openxmlformats.org/officeDocument/2006/relationships" id="264" r:id="Rd75c8888632446ba"/>
    <p:sldId xmlns:r="http://schemas.openxmlformats.org/officeDocument/2006/relationships" id="265" r:id="R11a92feeac5a45b6"/>
    <p:sldId xmlns:r="http://schemas.openxmlformats.org/officeDocument/2006/relationships" id="266" r:id="R1796a97ba4d74a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139f84d4494d4d" /><Relationship Type="http://schemas.openxmlformats.org/officeDocument/2006/relationships/slideMaster" Target="/ppt/slideMasters/slideMaster1.xml" Id="R049ef6accc864b81" /><Relationship Type="http://schemas.openxmlformats.org/officeDocument/2006/relationships/notesMaster" Target="/ppt/notesMasters/notesMaster1.xml" Id="R9760889b8d1b4120" /><Relationship Type="http://schemas.openxmlformats.org/officeDocument/2006/relationships/presProps" Target="/ppt/presProps.xml" Id="R1f29156eb1634e0f" /><Relationship Type="http://schemas.openxmlformats.org/officeDocument/2006/relationships/tableStyles" Target="/ppt/tableStyles.xml" Id="Rbbfbfd3b33b84a4b" /><Relationship Type="http://schemas.openxmlformats.org/officeDocument/2006/relationships/slide" Target="/ppt/slides/slide1.xml" Id="R7f25d0f6e5804ff7" /><Relationship Type="http://schemas.openxmlformats.org/officeDocument/2006/relationships/slide" Target="/ppt/slides/slide2.xml" Id="R65ff9edef137428a" /><Relationship Type="http://schemas.openxmlformats.org/officeDocument/2006/relationships/slide" Target="/ppt/slides/slide3.xml" Id="R64a63baed588435c" /><Relationship Type="http://schemas.openxmlformats.org/officeDocument/2006/relationships/slide" Target="/ppt/slides/slide4.xml" Id="R43dea44053344fe2" /><Relationship Type="http://schemas.openxmlformats.org/officeDocument/2006/relationships/slide" Target="/ppt/slides/slide5.xml" Id="Ra932b7c09c2a40bd" /><Relationship Type="http://schemas.openxmlformats.org/officeDocument/2006/relationships/slide" Target="/ppt/slides/slide6.xml" Id="R990174f1d8874f58" /><Relationship Type="http://schemas.openxmlformats.org/officeDocument/2006/relationships/slide" Target="/ppt/slides/slide7.xml" Id="R75c2c37908fb43ea" /><Relationship Type="http://schemas.openxmlformats.org/officeDocument/2006/relationships/slide" Target="/ppt/slides/slide8.xml" Id="R03d8a4ce4276452d" /><Relationship Type="http://schemas.openxmlformats.org/officeDocument/2006/relationships/slide" Target="/ppt/slides/slide9.xml" Id="Rd75c8888632446ba" /><Relationship Type="http://schemas.openxmlformats.org/officeDocument/2006/relationships/slide" Target="/ppt/slides/slide10.xml" Id="R11a92feeac5a45b6" /><Relationship Type="http://schemas.openxmlformats.org/officeDocument/2006/relationships/slide" Target="/ppt/slides/slide11.xml" Id="R1796a97ba4d74a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f03cf211234e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bd3e69eae941ec" /><Relationship Type="http://schemas.openxmlformats.org/officeDocument/2006/relationships/notesMaster" Target="/ppt/notesMasters/notesMaster1.xml" Id="Re08f349a381b4e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832cfe31764785" /><Relationship Type="http://schemas.openxmlformats.org/officeDocument/2006/relationships/notesMaster" Target="/ppt/notesMasters/notesMaster1.xml" Id="R87cb9845353041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5ba6d217504f1b" /><Relationship Type="http://schemas.openxmlformats.org/officeDocument/2006/relationships/notesMaster" Target="/ppt/notesMasters/notesMaster1.xml" Id="R762cb20358ab45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0b24dc22e745ea" /><Relationship Type="http://schemas.openxmlformats.org/officeDocument/2006/relationships/notesMaster" Target="/ppt/notesMasters/notesMaster1.xml" Id="Rc28b698c636048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4dddac024f4453" /><Relationship Type="http://schemas.openxmlformats.org/officeDocument/2006/relationships/notesMaster" Target="/ppt/notesMasters/notesMaster1.xml" Id="R4acf0418a16b40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321bd9585d4242" /><Relationship Type="http://schemas.openxmlformats.org/officeDocument/2006/relationships/notesMaster" Target="/ppt/notesMasters/notesMaster1.xml" Id="Rb5f2ce2421f041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177572df0c4063" /><Relationship Type="http://schemas.openxmlformats.org/officeDocument/2006/relationships/notesMaster" Target="/ppt/notesMasters/notesMaster1.xml" Id="Rfad78bd1219048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5d6e61ac15448b" /><Relationship Type="http://schemas.openxmlformats.org/officeDocument/2006/relationships/notesMaster" Target="/ppt/notesMasters/notesMaster1.xml" Id="R717da0088b6441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e70afe53734a7a" /><Relationship Type="http://schemas.openxmlformats.org/officeDocument/2006/relationships/notesMaster" Target="/ppt/notesMasters/notesMaster1.xml" Id="Rc2c4623ba1cf49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bbd38340cf4b24" /><Relationship Type="http://schemas.openxmlformats.org/officeDocument/2006/relationships/notesMaster" Target="/ppt/notesMasters/notesMaster1.xml" Id="Rffa5ccfb3f1e48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79b24d502e4160" /><Relationship Type="http://schemas.openxmlformats.org/officeDocument/2006/relationships/notesMaster" Target="/ppt/notesMasters/notesMaster1.xml" Id="R8304292e86e345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do protótipo acadêmico. Fonte dos requisitos: CHECKPOINT 2.pdf fornecido pelo usuário.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Leonardo: explicar o escopo sem afirmar que já houve operação real em estabelecimentos.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as rotas do CP1 permanecem, agora com autenticação Bearer.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João Paulo: apontar main.py, schemas.py, crud.py, models.py e services. Interface e API compartilham a origem.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Quantidade reservada inclui pendentes e coletadas. É redundância controlada transacional. docs/BANCO.md documenta migração de SQLite do CP1.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transação SQLite serializa a escrita e UPDATE condicional verifica o saldo. Não há benchmark de melhoria percentual.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Pedro: abrir /app, mostrar filtro, criar uma reserva e atualizar o dashboard. Os valores vêm de consultas ao banco, sem números estáticos na tela.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Swagger /docs, autorizar com a chave local. Demonstrar uma regra inválida e explicar 422. docs/REQUISICOES.http contém exemplos.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Cauã: executar python -m pytest -q. A LLM usa serviço simulado no teste de contrato. Não confundir com execução real do modelo.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contrato implementado usa /api/generate sem streaming. Fonte: https://docs.ollama.com/api/generate e https://github.com/ollama/ollama/blob/main/docs/api.md. Não envia contatos, nomes, CNPJ, endereço ou descrição livre. A geração real ainda depende da instalação e download do modelo, não foi executada neste ambiente.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Distribuição sugerida. Todos devem saber explicar o fluxo. Arquivos TRELLO.md e docs/QUADRO_CP2.csv preparados. Links GitHub e Trello/Notion dependem de publicação nas contas do grupo.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16ade0dd546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eb93dd4964a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2395105f34d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9faeb304c4f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52cd576744a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734ed7f1e45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8022D10-63EE-4704-A458-AFD9F030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8D4FB2-08AF-40B1-BF11-EFD0AE80B3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A469DBC-CD2C-47DB-B0C5-FA567B3810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5C9A591-4E18-46C0-9402-B9D15F33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E12965-2141-4CE5-B9B0-9B0F4DD0E7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01D39D4-9261-4D4E-83FE-6F527A87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19ABE5-5EAF-4C1E-9978-BA188D805A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F5A303F-FA86-4A89-B02F-6331D3F04A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88A6547-CFF7-41FF-9268-8BBE9F08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8E1195-AA20-43EF-B634-962B9DE60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083194-7850-41D1-8364-9D4998F08B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246892-7327-47CB-94A1-1C829B40C2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AE8B2F1-9FC1-4A83-BD89-A61E3810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1E0506-1C38-497D-B89F-11C78A95A5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BD4CC0-C402-442F-B79A-479EE97593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88f6d007f94b33" /><Relationship Type="http://schemas.openxmlformats.org/officeDocument/2006/relationships/slideLayout" Target="/ppt/slideLayouts/slideLayout1.xml" Id="Rb9c890b164d24d60" /><Relationship Type="http://schemas.openxmlformats.org/officeDocument/2006/relationships/slideLayout" Target="/ppt/slideLayouts/slideLayout2.xml" Id="Rab4a53ff62a74b26" /><Relationship Type="http://schemas.openxmlformats.org/officeDocument/2006/relationships/slideLayout" Target="/ppt/slideLayouts/slideLayout3.xml" Id="R4a9cd51eedd74a2e" /><Relationship Type="http://schemas.openxmlformats.org/officeDocument/2006/relationships/slideLayout" Target="/ppt/slideLayouts/slideLayout4.xml" Id="R36bf5346f46d4d5e" /><Relationship Type="http://schemas.openxmlformats.org/officeDocument/2006/relationships/slideLayout" Target="/ppt/slideLayouts/slideLayout5.xml" Id="R76b2932613f54e68" /><Relationship Type="http://schemas.openxmlformats.org/officeDocument/2006/relationships/slideLayout" Target="/ppt/slideLayouts/slideLayout6.xml" Id="R3594deb3f84b43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c890b164d24d60"/>
    <p:sldLayoutId xmlns:r="http://schemas.openxmlformats.org/officeDocument/2006/relationships" id="2147483650" r:id="Rab4a53ff62a74b26"/>
    <p:sldLayoutId xmlns:r="http://schemas.openxmlformats.org/officeDocument/2006/relationships" id="2147483651" r:id="R4a9cd51eedd74a2e"/>
    <p:sldLayoutId xmlns:r="http://schemas.openxmlformats.org/officeDocument/2006/relationships" id="2147483652" r:id="R36bf5346f46d4d5e"/>
    <p:sldLayoutId xmlns:r="http://schemas.openxmlformats.org/officeDocument/2006/relationships" id="2147483653" r:id="R76b2932613f54e68"/>
    <p:sldLayoutId xmlns:r="http://schemas.openxmlformats.org/officeDocument/2006/relationships" id="2147483654" r:id="R3594deb3f84b43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6e8b165874f78" /><Relationship Type="http://schemas.openxmlformats.org/officeDocument/2006/relationships/notesSlide" Target="/ppt/notesSlides/notesSlide1.xml" Id="R707af31366ee40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f39b1035cf4e3a" /><Relationship Type="http://schemas.openxmlformats.org/officeDocument/2006/relationships/notesSlide" Target="/ppt/notesSlides/notesSlide2.xml" Id="Rfc58772ae42e4d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1a5fb118c64266" /><Relationship Type="http://schemas.openxmlformats.org/officeDocument/2006/relationships/notesSlide" Target="/ppt/notesSlides/notesSlide3.xml" Id="R95015434f7d444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242c5fa4b64c6d" /><Relationship Type="http://schemas.openxmlformats.org/officeDocument/2006/relationships/notesSlide" Target="/ppt/notesSlides/notesSlide4.xml" Id="R5ecb6abf70db4e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7429c998374bc5" /><Relationship Type="http://schemas.openxmlformats.org/officeDocument/2006/relationships/notesSlide" Target="/ppt/notesSlides/notesSlide5.xml" Id="Rc9969ecd15404a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5104efcfb045c9" /><Relationship Type="http://schemas.openxmlformats.org/officeDocument/2006/relationships/notesSlide" Target="/ppt/notesSlides/notesSlide6.xml" Id="Rc2a9e7e3d9f948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2fb9cd7f70479c" /><Relationship Type="http://schemas.openxmlformats.org/officeDocument/2006/relationships/notesSlide" Target="/ppt/notesSlides/notesSlide7.xml" Id="R293daa3943fc41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f6fe3ce3c34083" /><Relationship Type="http://schemas.openxmlformats.org/officeDocument/2006/relationships/notesSlide" Target="/ppt/notesSlides/notesSlide8.xml" Id="Ra020f024cbb847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ab49ccaa24c67" /><Relationship Type="http://schemas.openxmlformats.org/officeDocument/2006/relationships/notesSlide" Target="/ppt/notesSlides/notesSlide9.xml" Id="Rcd97d9db1e2342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a1905235bc4b11" /><Relationship Type="http://schemas.openxmlformats.org/officeDocument/2006/relationships/notesSlide" Target="/ppt/notesSlides/notesSlide10.xml" Id="R737ede19bb2448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de33d4cd8410e" /><Relationship Type="http://schemas.openxmlformats.org/officeDocument/2006/relationships/notesSlide" Target="/ppt/notesSlides/notesSlide11.xml" Id="R65ad613ea11b4b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3E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08D7C-B744-472D-A352-78C2A68E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4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Prato Cheio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E04E2-6753-49EE-BDEB-9E598B5B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CEDFC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0">
                <a:solidFill>
                  <a:srgbClr val="CEDFCB"/>
                </a:solidFill>
                <a:latin typeface="Bitstream Charter"/>
                <a:ea typeface="Bitstream Charter"/>
                <a:cs typeface="Bitstream Charter"/>
              </a:rPr>
              <a:t>Checkpoint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A96A0-8414-4C2F-B4EC-33668CF8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EDFC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CEDFCB"/>
                </a:solidFill>
                <a:latin typeface="Bitstream Charter"/>
                <a:ea typeface="Bitstream Charter"/>
                <a:cs typeface="Bitstream Charter"/>
              </a:rPr>
              <a:t>Gestão de doações de alimentos</a:t>
            </a:r>
          </a:p>
        </p:txBody>
      </p:sp>
    </p:spTree>
    <p:extLst>
      <p:ext uri="{BB962C8B-B14F-4D97-AF65-F5344CB8AC3E}">
        <p14:creationId xmlns:p14="http://schemas.microsoft.com/office/powerpoint/2010/main" val="211236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81AED-DAAC-45A8-8119-0763CF97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Problema e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B0A6B-6C19-4D4E-B9C5-3E2A1DCA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Quem tem sobra precisa encontrar uma instituição que possa recebê-la.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BC19B-25D9-40B4-9420-3B9C6954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O sistema publica o lote, controla reservas e registra a coleta.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537FD-3A78-4C9B-9C12-75696A4B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Validade, saldo e refrigeração fazem parte das regras do backend.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E08E0-A277-4759-B49F-A221A27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Os dados iniciais são fictícios e ficam persistidos no SQLite.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55F7E-9871-4A0D-96D7-8C437C40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0161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8FC8D-0AF9-43C0-846A-305A69F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Evolução do CP1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D1FBC-5ADD-47F5-B979-7788DD7F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CRUD original preservado e validações mais completas.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4C847-3F7F-4CCA-BAA4-69202D3F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Interface funcional com cadastro, edição, reserva e coleta.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FF407-FC36-4914-820A-D099752A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Dashboard consulta o banco e destaca lotes próximos do vencimento.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D1A3D-0203-49DE-8D86-9AE8D178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Testes automatizados e relatório contextual por LLM.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DAC30-8502-4D58-9B9F-DFC4F9BA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72999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DABB8-FB2F-4C9E-807D-0122B35A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Arquitetura da aplicação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873FC-F1D5-4884-8774-EF7F8B09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HTML, CSS e JavaScript consomem a API com fetch.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4F40-0C84-4356-AF4D-B46B0FE8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FastAPI recebe os dados e Pydantic valida a entrada.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1B8AD-8D52-42E9-8064-3139C45A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Routers chamam regras de negócio e SQLAlchemy acessa o SQLite.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DE0C7-BC20-4537-BD8B-365BC224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Um serviço consolida indicadores e outro chama o Ollama.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55EFC-E8D7-4A6F-899C-6DE0EF8C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94793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5FBAE-6999-43BD-AA42-D9D647DC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Banco e integridade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FC122-E1B3-46AC-B5F1-41405EC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Doador tem doações. Instituição tem reservas de lotes.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6C110-E111-46FE-BD38-050C0F61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As chaves estrangeiras ficam ativas por conexão.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BB620-3E86-46F8-A52E-CAE72AAE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CHECK impede quantidades negativas e saldo acima do total.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314A5-4D2E-480B-98A8-CDAF2953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O cancelamento preserva as quantidades já coletadas.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BA7DC-41AB-4815-B582-2F3A0999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098590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8EE7E-A4AC-4669-AF6B-64D3D9A2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Regras e otimizações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6FC12-C2DC-4DBF-89EF-09F79053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Reserva exige instituição ativa, lote válido e saldo suficiente.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480D3-A143-45A9-AB94-A0B784E2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Alimento refrigerado exige instituição com refrigeração.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ACCDC-A719-4E2B-91EB-D7A6E88A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Paginação e filtros reduzem os dados transferidos.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B3579-D280-4B35-8693-ADBCA3DD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Índices e consultas agregadas apoiam o dashboard.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B6F2A-44A7-4ABA-A03D-3C694157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66527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BA3BB-187B-411A-AA4F-3F6055ED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Dashboard e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C7CE3-826B-44D5-948C-05B55452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Indicadores: lotes disponíveis, pendências e coletas.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4F018-53FD-426F-8F44-82CA2B4B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Gráfico de categorias e alertas para validade em até dois dias.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92E33-6505-4206-A4F0-D313BC32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Quantidades em KG, LITRO, UNIDADE e PORCAO ficam separadas.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BEF17-A6F8-4BF1-AFC8-026E9C6B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Formulários e ações exibem erros ou confirmação da operação.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613E3-3E99-4097-B931-018D5C2F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224571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8D355-C128-4B0E-AC91-E0BE0FBD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Demonstração das requisições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A3FFA-14F3-424C-8A60-4E902088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GET /doacoes?apenas_disponiveis=true consulta lotes válidos.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105F2-A620-4178-BFA0-3A915AD9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POST /reservas compromete a quantidade de um lote.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10F14-3A5E-486A-9742-C693BA9A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PATCH /reservas/{id}/coletar registra a retirada.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4336F-8432-46B6-A714-5BADCC92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DELETE /reservas/{id} cancela uma reserva pendente.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B02BB-5109-4D59-B9FD-F1386AD8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44876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5E254-459B-4C2B-BB58-605C4C6F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Testes iniciais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E1BC4-3C98-4F85-8D31-09D12B62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24 testes automatizados passaram na execução desta entrega.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B1029-FCA8-46F9-A1BD-53DA2E73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Cobertura inclui regras, erros, autenticação e persistência.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335FD-F0D0-4B5F-A1A8-F569374B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Duas reservas concorrentes disputam o mesmo saldo no teste.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588FF-A963-459E-855E-4D6D309B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Os testes usam um banco temporário separado da demonstração.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7AAB8-66B3-4972-BA62-6EF5A66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054967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25A88-D3B7-4E20-A406-77C114BD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LLM integrada às doações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24036-6A3F-410F-A020-F308543F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Ollama executa Qwen2.5 0.5B no computador local.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39DA0-4701-4B31-8F56-953C58AD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O modelo recebe indicadores e IDs de lotes urgentes.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9B66A-E917-44F3-A44A-1AA50F7A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A resposta aparece na tela e fica no histórico do banco.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AA841-E9E8-4E34-A919-19480EF5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A pessoa revisa as sugestões. A LLM não altera o estoque.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E2C65-3326-4A66-92D6-ACAE1701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997858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AAFB1-F5D5-45B6-9F1C-204BCD39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Organização e preparação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AD6D0-4D9E-414A-BBA0-57E76811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Leonardo Viana (571969): problema e evolução.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809E0-503B-48DB-B400-7608B630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João Paulo Melo (570118): arquitetura e banco.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DF4DE-6E5A-40FC-9631-86558E5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Pedro Grigorio (570308): interface e requisições.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61333-B672-4078-BC27-C939A0C5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Cauã da Silva Lima (571023): testes e integração da LLM.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A4260-DC18-406A-B5C5-5AB6F6B9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D4234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26532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2026-10-05T18:21:38.4770000Z</dcterms:created>
  <dcterms:modified xsi:type="dcterms:W3CDTF">2026-10-05T18:21:38.4770000Z</dcterms:modified>
</coreProperties>
</file>